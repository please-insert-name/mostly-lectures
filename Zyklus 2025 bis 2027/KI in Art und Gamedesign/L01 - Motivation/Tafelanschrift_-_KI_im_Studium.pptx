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rage 1" id="{bc508fbf-a818-ad5b-36eb-2b6a2f5ff038}">
          <p14:sldIdLst>
            <p14:sldId id="256"/>
          </p14:sldIdLst>
        </p14:section>
        <p14:section name="Frage 2" id="{63d0e13c-8497-2be2-602e-3970634f5763}">
          <p14:sldIdLst>
            <p14:sldId id="257"/>
          </p14:sldIdLst>
        </p14:section>
        <p14:section name="Frage 3" id="{53e9a4e4-1332-8ee6-e5ed-810cb971e5c4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Tafel 1: persönliche Hoffnungen und Ängste. Rechte Spalte der Tafel: Safeguards/Guardrails, Persönlichkeitsrechte, Kontrollverlust.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Tafel 2: Coding, Haushaltshilfe, 3D Modellierung, Gesundheitstracking.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Tafel 3: Reverse Classroom mit Reverse Engineering, Blender, KI als Spielelement, AR/VR.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AGE">
    <p:bg>
      <p:bgPr>
        <a:solidFill>
          <a:srgbClr val="0E2B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34440" y="365760"/>
            <a:ext cx="7452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mer-Kreis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Nummer"/>
          <p:cNvSpPr txBox="1"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234440" y="365760"/>
            <a:ext cx="7452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Persönliche Hoffnungen und Ängste</a:t>
            </a:r>
            <a:endParaRPr lang="en-US" sz="3000" dirty="0"/>
          </a:p>
        </p:txBody>
      </p:sp>
      <p:sp>
        <p:nvSpPr>
          <p:cNvPr id="5" name="Liste links"/>
          <p:cNvSpPr txBox="1"/>
          <p:nvPr/>
        </p:nvSpPr>
        <p:spPr>
          <a:xfrm>
            <a:off x="457200" y="146304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Schlecht für Umwelt (Energie, Wasser)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bessere Medizin-Diagnosen (Coworking)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Menschen ersetzen (in allen Bereichen)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Was macht den Menschen besonders?</a:t>
            </a:r>
            <a:endParaRPr lang="en-US" sz="15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Ethik</a:t>
            </a:r>
            <a:endParaRPr lang="en-US" sz="15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Ziele (Überlebensinstinkt)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Programmieraufgaben, technische Aufgaben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Recherche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Abhängigkeiten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der menschliche Bias</a:t>
            </a:r>
            <a:endParaRPr lang="en-US" sz="1500" dirty="0"/>
          </a:p>
        </p:txBody>
      </p:sp>
      <p:sp>
        <p:nvSpPr>
          <p:cNvPr id="6" name="Karte rechts"/>
          <p:cNvSpPr/>
          <p:nvPr/>
        </p:nvSpPr>
        <p:spPr>
          <a:xfrm>
            <a:off x="5257800" y="1463040"/>
            <a:ext cx="3429000" cy="1234440"/>
          </a:xfrm>
          <a:prstGeom prst="roundRect">
            <a:avLst>
              <a:gd name="adj" fmla="val 8889"/>
            </a:avLst>
          </a:prstGeom>
          <a:solidFill>
            <a:schemeClr val="bg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Liste rechts"/>
          <p:cNvSpPr txBox="1"/>
          <p:nvPr/>
        </p:nvSpPr>
        <p:spPr>
          <a:xfrm>
            <a:off x="5440680" y="15544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Safeguards / Guardrails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Persönlichkeitsrechte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Kontrollverlust</a:t>
            </a:r>
            <a:endParaRPr lang="en-US" sz="1500" dirty="0"/>
          </a:p>
        </p:txBody>
      </p:sp>
      <p:pic>
        <p:nvPicPr>
          <p:cNvPr id="8" name="Image 0" descr="Waage mit Umwelt und Blitz links, Medizin-Kreuz rech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834640"/>
            <a:ext cx="219456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mer-Kreis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Nummer"/>
          <p:cNvSpPr txBox="1"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234440" y="365760"/>
            <a:ext cx="7452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Wie konkret unterstützt KI im Studium / Hobby?</a:t>
            </a:r>
            <a:endParaRPr lang="en-US" sz="3000" dirty="0"/>
          </a:p>
        </p:txBody>
      </p:sp>
      <p:sp>
        <p:nvSpPr>
          <p:cNvPr id="5" name="Karte Coding"/>
          <p:cNvSpPr/>
          <p:nvPr/>
        </p:nvSpPr>
        <p:spPr>
          <a:xfrm>
            <a:off x="457200" y="1600200"/>
            <a:ext cx="2331720" cy="1417320"/>
          </a:xfrm>
          <a:prstGeom prst="roundRect">
            <a:avLst>
              <a:gd name="adj" fmla="val 9032"/>
            </a:avLst>
          </a:prstGeom>
          <a:solidFill>
            <a:schemeClr val="bg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Coding"/>
          <p:cNvSpPr txBox="1"/>
          <p:nvPr/>
        </p:nvSpPr>
        <p:spPr>
          <a:xfrm>
            <a:off x="566928" y="1600200"/>
            <a:ext cx="21762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Coding</a:t>
            </a:r>
            <a:endParaRPr lang="en-US" sz="1800" dirty="0"/>
          </a:p>
        </p:txBody>
      </p:sp>
      <p:sp>
        <p:nvSpPr>
          <p:cNvPr id="7" name="Karte Haushaltshilfe"/>
          <p:cNvSpPr/>
          <p:nvPr/>
        </p:nvSpPr>
        <p:spPr>
          <a:xfrm>
            <a:off x="2971800" y="1600200"/>
            <a:ext cx="2331720" cy="1417320"/>
          </a:xfrm>
          <a:prstGeom prst="roundRect">
            <a:avLst>
              <a:gd name="adj" fmla="val 9032"/>
            </a:avLst>
          </a:prstGeom>
          <a:solidFill>
            <a:schemeClr val="bg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Haushaltshilfe"/>
          <p:cNvSpPr txBox="1"/>
          <p:nvPr/>
        </p:nvSpPr>
        <p:spPr>
          <a:xfrm>
            <a:off x="3081528" y="1600200"/>
            <a:ext cx="21762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Haushaltshilfe</a:t>
            </a:r>
            <a:endParaRPr lang="en-US" sz="1800" dirty="0"/>
          </a:p>
        </p:txBody>
      </p:sp>
      <p:sp>
        <p:nvSpPr>
          <p:cNvPr id="9" name="Karte 3D-Modellierung"/>
          <p:cNvSpPr/>
          <p:nvPr/>
        </p:nvSpPr>
        <p:spPr>
          <a:xfrm>
            <a:off x="457200" y="3200400"/>
            <a:ext cx="2331720" cy="1417320"/>
          </a:xfrm>
          <a:prstGeom prst="roundRect">
            <a:avLst>
              <a:gd name="adj" fmla="val 9032"/>
            </a:avLst>
          </a:prstGeom>
          <a:solidFill>
            <a:schemeClr val="bg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3D-Modellierung"/>
          <p:cNvSpPr txBox="1"/>
          <p:nvPr/>
        </p:nvSpPr>
        <p:spPr>
          <a:xfrm>
            <a:off x="566928" y="3200400"/>
            <a:ext cx="21762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3D-Modellierung</a:t>
            </a:r>
            <a:endParaRPr lang="en-US" sz="1800" dirty="0"/>
          </a:p>
        </p:txBody>
      </p:sp>
      <p:sp>
        <p:nvSpPr>
          <p:cNvPr id="11" name="Karte Gesundheitstracking"/>
          <p:cNvSpPr/>
          <p:nvPr/>
        </p:nvSpPr>
        <p:spPr>
          <a:xfrm>
            <a:off x="2971800" y="3200400"/>
            <a:ext cx="2331720" cy="1417320"/>
          </a:xfrm>
          <a:prstGeom prst="roundRect">
            <a:avLst>
              <a:gd name="adj" fmla="val 9032"/>
            </a:avLst>
          </a:prstGeom>
          <a:solidFill>
            <a:schemeClr val="bg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Gesundheitstracking"/>
          <p:cNvSpPr txBox="1"/>
          <p:nvPr/>
        </p:nvSpPr>
        <p:spPr>
          <a:xfrm>
            <a:off x="3081528" y="3200400"/>
            <a:ext cx="21762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Gesundheitstracking</a:t>
            </a:r>
            <a:endParaRPr lang="en-US" sz="1800" dirty="0"/>
          </a:p>
        </p:txBody>
      </p:sp>
      <p:pic>
        <p:nvPicPr>
          <p:cNvPr id="13" name="Image 0" descr="Laptop mit Code, Haus, 3D-Würfel und Herzschlag-Lin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46304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mer-Kreis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Nummer"/>
          <p:cNvSpPr txBox="1"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234440" y="365760"/>
            <a:ext cx="7452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Wie stellen Sie sich den Unterricht in diesem Kurs vor?</a:t>
            </a:r>
            <a:endParaRPr lang="en-US" sz="3000" dirty="0"/>
          </a:p>
        </p:txBody>
      </p:sp>
      <p:sp>
        <p:nvSpPr>
          <p:cNvPr id="5" name="Karte Reverse Classroom"/>
          <p:cNvSpPr/>
          <p:nvPr/>
        </p:nvSpPr>
        <p:spPr>
          <a:xfrm>
            <a:off x="457200" y="1508760"/>
            <a:ext cx="4663440" cy="777240"/>
          </a:xfrm>
          <a:prstGeom prst="roundRect">
            <a:avLst>
              <a:gd name="adj" fmla="val 164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Reverse Classroom"/>
          <p:cNvSpPr txBox="1"/>
          <p:nvPr/>
        </p:nvSpPr>
        <p:spPr>
          <a:xfrm>
            <a:off x="640080" y="15087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Reverse Classroom</a:t>
            </a:r>
            <a:endParaRPr lang="en-US" sz="2600" dirty="0"/>
          </a:p>
        </p:txBody>
      </p:sp>
      <p:sp>
        <p:nvSpPr>
          <p:cNvPr id="7" name="Zeile Reverse Engineering"/>
          <p:cNvSpPr/>
          <p:nvPr/>
        </p:nvSpPr>
        <p:spPr>
          <a:xfrm>
            <a:off x="457200" y="2468880"/>
            <a:ext cx="4663440" cy="493776"/>
          </a:xfrm>
          <a:prstGeom prst="roundRect">
            <a:avLst>
              <a:gd name="adj" fmla="val 18519"/>
            </a:avLst>
          </a:prstGeom>
          <a:solidFill>
            <a:schemeClr val="bg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Reverse Engineering"/>
          <p:cNvSpPr txBox="1"/>
          <p:nvPr/>
        </p:nvSpPr>
        <p:spPr>
          <a:xfrm>
            <a:off x="640080" y="2468880"/>
            <a:ext cx="429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Reverse Engineering</a:t>
            </a:r>
            <a:endParaRPr lang="en-US" sz="1800" dirty="0"/>
          </a:p>
        </p:txBody>
      </p:sp>
      <p:sp>
        <p:nvSpPr>
          <p:cNvPr id="9" name="Zeile Blender"/>
          <p:cNvSpPr/>
          <p:nvPr/>
        </p:nvSpPr>
        <p:spPr>
          <a:xfrm>
            <a:off x="457200" y="3072384"/>
            <a:ext cx="4663440" cy="493776"/>
          </a:xfrm>
          <a:prstGeom prst="roundRect">
            <a:avLst>
              <a:gd name="adj" fmla="val 18519"/>
            </a:avLst>
          </a:prstGeom>
          <a:solidFill>
            <a:schemeClr val="bg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Blender"/>
          <p:cNvSpPr txBox="1"/>
          <p:nvPr/>
        </p:nvSpPr>
        <p:spPr>
          <a:xfrm>
            <a:off x="640080" y="3072384"/>
            <a:ext cx="429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Blender</a:t>
            </a:r>
            <a:endParaRPr lang="en-US" sz="1800" dirty="0"/>
          </a:p>
        </p:txBody>
      </p:sp>
      <p:sp>
        <p:nvSpPr>
          <p:cNvPr id="11" name="Zeile KI als Spielelement"/>
          <p:cNvSpPr/>
          <p:nvPr/>
        </p:nvSpPr>
        <p:spPr>
          <a:xfrm>
            <a:off x="457200" y="3675888"/>
            <a:ext cx="4663440" cy="493776"/>
          </a:xfrm>
          <a:prstGeom prst="roundRect">
            <a:avLst>
              <a:gd name="adj" fmla="val 18519"/>
            </a:avLst>
          </a:prstGeom>
          <a:solidFill>
            <a:schemeClr val="bg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KI als Spielelement"/>
          <p:cNvSpPr txBox="1"/>
          <p:nvPr/>
        </p:nvSpPr>
        <p:spPr>
          <a:xfrm>
            <a:off x="640080" y="3675888"/>
            <a:ext cx="429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KI als Spielelement</a:t>
            </a:r>
            <a:endParaRPr lang="en-US" sz="1800" dirty="0"/>
          </a:p>
        </p:txBody>
      </p:sp>
      <p:sp>
        <p:nvSpPr>
          <p:cNvPr id="13" name="Zeile AR/VR"/>
          <p:cNvSpPr/>
          <p:nvPr/>
        </p:nvSpPr>
        <p:spPr>
          <a:xfrm>
            <a:off x="457200" y="4279392"/>
            <a:ext cx="4663440" cy="493776"/>
          </a:xfrm>
          <a:prstGeom prst="roundRect">
            <a:avLst>
              <a:gd name="adj" fmla="val 18519"/>
            </a:avLst>
          </a:prstGeom>
          <a:solidFill>
            <a:schemeClr val="bg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AR/VR"/>
          <p:cNvSpPr txBox="1"/>
          <p:nvPr/>
        </p:nvSpPr>
        <p:spPr>
          <a:xfrm>
            <a:off x="640080" y="4279392"/>
            <a:ext cx="429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AR/VR</a:t>
            </a:r>
            <a:endParaRPr lang="en-US" sz="1800" dirty="0"/>
          </a:p>
        </p:txBody>
      </p:sp>
      <p:pic>
        <p:nvPicPr>
          <p:cNvPr id="15" name="Image 0" descr="VR-Brille, Zahnrad, 3D-Würfel und Controll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46304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I im Studium">
  <a:themeElements>
    <a:clrScheme name="KI im Studium">
      <a:dk1>
        <a:srgbClr val="0E2B25"/>
      </a:dk1>
      <a:lt1>
        <a:srgbClr val="FFFFFF"/>
      </a:lt1>
      <a:dk2>
        <a:srgbClr val="1B4A3E"/>
      </a:dk2>
      <a:lt2>
        <a:srgbClr val="CDE9E1"/>
      </a:lt2>
      <a:accent1>
        <a:srgbClr val="F2B134"/>
      </a:accent1>
      <a:accent2>
        <a:srgbClr val="7FD1B9"/>
      </a:accent2>
      <a:accent3>
        <a:srgbClr val="F28B82"/>
      </a:accent3>
      <a:accent4>
        <a:srgbClr val="8EC5FF"/>
      </a:accent4>
      <a:accent5>
        <a:srgbClr val="4FA58C"/>
      </a:accent5>
      <a:accent6>
        <a:srgbClr val="2F7C68"/>
      </a:accent6>
      <a:hlink>
        <a:srgbClr val="8EC5FF"/>
      </a:hlink>
      <a:folHlink>
        <a:srgbClr val="CDE9E1"/>
      </a:folHlink>
    </a:clrScheme>
    <a:fontScheme name="KI im Studiu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im Studium und Hobby</dc:title>
  <dc:subject>PptxGenJS Presentation</dc:subject>
  <dc:creator>PptxGenJS</dc:creator>
  <cp:lastModifiedBy>PptxGenJS</cp:lastModifiedBy>
  <cp:revision>1</cp:revision>
  <dcterms:created xsi:type="dcterms:W3CDTF">2026-10-22T08:08:58Z</dcterms:created>
  <dcterms:modified xsi:type="dcterms:W3CDTF">2026-10-22T08:08:58Z</dcterms:modified>
</cp:coreProperties>
</file>